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45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122D-D73D-7E31-BCF6-30E86566D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BB028-D1EA-9F70-BC5A-5F19E2CA2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5D763-4386-9DB7-2529-48484A56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3EDB5-9CAE-BDD9-9496-6ECEC2A3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4980-48A5-C831-55D2-6B279409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6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C2B5-6058-2198-7A0E-E6A3E1F0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E8D34-041B-7974-D82B-63914B9BD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E337D-B587-5576-101A-0376A364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8404-7EAF-898C-0105-040AD241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7CEA1-5D9C-812B-285D-5CECE33D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8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431A-3E9D-9C46-3168-6E4CB3B01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22494-33A7-267C-8425-AB0F7BC50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B7235-5FB1-8754-097A-C0599E3F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D40F-3AD0-98CA-492F-C9392CF7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909BE-5B0D-42AC-656A-06AB4DCA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3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1271-4C68-A0DF-9BCF-DB64B028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3BA20-791F-CF9F-69EE-1AD0FF7C0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0865B-FA45-1460-C101-AA5423103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5DB4A-133C-5C6B-B24F-52DB2FA6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3C339-2A88-299C-4F4F-421EFCF2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B2143-4A84-7107-D0FD-E43D1C30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0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FCC28-D5A2-9D7F-ACE7-033EAA4D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FD774-AFF0-3360-C091-0F3BB905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60A0C-6F01-7130-6BD6-9BCB87B5A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1D399-9800-7D6B-40D7-5481A0EF2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4DEE9-09F4-20B2-8BA2-72C1377AE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C5242A-5F9F-D693-148E-68DD2C7A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53B7A-9DDF-89ED-896A-B0346BF2B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A03361-FC8C-3C7B-B84F-CFC2571A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06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0D585-79F3-A7D3-EDEA-29410BCC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9D85D4-E068-AAA1-7353-6F526E8A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48230-C4C4-D3AD-4D3C-A91E018E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C13B2-81C1-0DF0-BAF5-4D815FDE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9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E3125-5301-3DCC-7FAD-79ACEFA2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EDFA3-1FDF-748D-7C6B-A02E054B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0D5BA-C11C-2057-D699-33F79A50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2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9083-1D1C-3CEB-1792-98BB0B1E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0898C-E898-44DC-F538-1D60C6F34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C7AF5-1323-4CED-3FE9-8B6C7F0B2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8DDDB-477E-D60D-6323-E8AB0D0C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9B315-3A9A-28F1-1B49-BF4DB8DD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A009C-6D66-0833-E99E-9DBB7580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933A-90EA-115F-8634-09052845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C11E9-C4AC-E7FB-0E44-AAF1C1E9AD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8F910-4431-5650-CA75-0AA1A34B9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6B477-8FEB-85EC-1C1E-B3B9487F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94230-6F8A-7C49-46E5-5581815F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AD2B7-398F-B1E2-3B96-1285C4E3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8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0453-849C-3462-96DA-9EED9873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225AA-F5AD-32FD-E0C0-B14B1A223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72719-343E-7F80-0B9C-57D7947E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4DB18-2FF8-C835-852A-7472D689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02032-2FFE-D99C-3B5A-257DFF9CA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617619-8E48-0D67-BD4A-F94605956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59D14-EE1B-74E9-704D-BC694361F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C934D-1D3D-8497-4423-94449946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E1B4B-EF4A-E28B-7BB3-5ED3C936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ED1F6-96CE-1D37-08A4-27AEC4C7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5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9EBF0-4467-C301-AB08-6B0BC0CC8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577F1-AE97-BE3D-D7E6-74091424E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A9FDD-5FDE-D9AB-8C3F-AD83A049D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BD5FB-6F8B-7844-921F-89A24D53A0B1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3DC9-9C03-FACE-72FB-F158CB98E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E03C1-6803-0486-6964-C899AEA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B8E09-CB8F-784B-B088-44EFE340B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0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D52776A-F8BA-3A5F-A8DC-DEAD9F1DFA0F}"/>
              </a:ext>
            </a:extLst>
          </p:cNvPr>
          <p:cNvGrpSpPr/>
          <p:nvPr/>
        </p:nvGrpSpPr>
        <p:grpSpPr>
          <a:xfrm>
            <a:off x="198715" y="326571"/>
            <a:ext cx="11993285" cy="6444044"/>
            <a:chOff x="198715" y="326571"/>
            <a:chExt cx="11993285" cy="644404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2B5A657-1CC0-F9CF-14A3-ECE6C7BEA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5000" y="1101477"/>
              <a:ext cx="3751393" cy="5612987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5DEA8AA-4131-0FAB-633A-69D8100BD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715" y="1022959"/>
              <a:ext cx="3751393" cy="5601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7980EB-0AA3-BA30-6F4C-E2B0C319E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67405" y="1022959"/>
              <a:ext cx="3824595" cy="574765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1779A5-69A3-8195-82FF-B61CEB25E1C8}"/>
                </a:ext>
              </a:extLst>
            </p:cNvPr>
            <p:cNvSpPr txBox="1"/>
            <p:nvPr/>
          </p:nvSpPr>
          <p:spPr>
            <a:xfrm>
              <a:off x="1132114" y="326571"/>
              <a:ext cx="1447800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Main</a:t>
              </a:r>
              <a:r>
                <a:rPr lang="zh-CN" altLang="en-US" dirty="0"/>
                <a:t> </a:t>
              </a:r>
              <a:r>
                <a:rPr lang="en-US" altLang="zh-CN" dirty="0"/>
                <a:t>UI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FB2D86-F24C-8DAF-1EE3-51D33595A7B3}"/>
                </a:ext>
              </a:extLst>
            </p:cNvPr>
            <p:cNvSpPr txBox="1"/>
            <p:nvPr/>
          </p:nvSpPr>
          <p:spPr>
            <a:xfrm>
              <a:off x="5456795" y="326571"/>
              <a:ext cx="1673347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Export</a:t>
              </a:r>
              <a:r>
                <a:rPr lang="zh-CN" altLang="en-US" dirty="0"/>
                <a:t> </a:t>
              </a:r>
              <a:r>
                <a:rPr lang="en-US" altLang="zh-CN" dirty="0"/>
                <a:t>Wizard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108BBF-A0D4-47B1-40BD-6BB43CB13052}"/>
                </a:ext>
              </a:extLst>
            </p:cNvPr>
            <p:cNvSpPr txBox="1"/>
            <p:nvPr/>
          </p:nvSpPr>
          <p:spPr>
            <a:xfrm>
              <a:off x="9443028" y="326571"/>
              <a:ext cx="1673347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Cloud</a:t>
              </a:r>
              <a:r>
                <a:rPr lang="zh-CN" altLang="en-US" dirty="0"/>
                <a:t> </a:t>
              </a:r>
              <a:r>
                <a:rPr lang="en-US" altLang="zh-CN" dirty="0"/>
                <a:t>Sync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369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 Cheng</dc:creator>
  <cp:lastModifiedBy>Yong Cheng</cp:lastModifiedBy>
  <cp:revision>1</cp:revision>
  <dcterms:created xsi:type="dcterms:W3CDTF">2025-12-14T01:07:18Z</dcterms:created>
  <dcterms:modified xsi:type="dcterms:W3CDTF">2025-12-14T01:17:10Z</dcterms:modified>
</cp:coreProperties>
</file>